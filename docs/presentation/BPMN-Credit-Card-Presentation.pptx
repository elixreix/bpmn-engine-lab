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2D3A7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2D3A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ENGINE POC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ระบบอนุมัติบัตรเครดิต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engine เข้ามาแทน logic ที่ hardcode ได้อย่างไร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Fixed Flow (Hardcode)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4023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Simple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4023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Advanced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4114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Flowable engine  ·  Express API  ·  React + Vite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ของ workflow ฝังอยู่ใน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 business rule เปลี่ยน ต้องแก้โค้ด deploy ใหม่ทุกครั้ง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651760" cy="822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if-else กระจายในไฟล์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เกณฑ์อนุมัติ, ลำดับ approver ปนกับโค้ดระบบ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2286000"/>
            <a:ext cx="2651760" cy="822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9312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 = แก้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886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ทุกการแก้ต้อง dev + test + deploy ใหม่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22860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286000"/>
            <a:ext cx="2651760" cy="822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9944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มองภาพ flow ไม่ออก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9944" y="3886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user อ่าน flow จากโค้ดไม่ได้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51976" y="22860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51976" y="2286000"/>
            <a:ext cx="2651760" cy="822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80576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reuse ยาก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0576" y="3886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ผูกกับ service เดียว เอาไปใช้ต่อไม่ได้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engine แยก logic ออกจาก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(Business Process Model and Notation) = มาตรฐานวาด workflow เป็นไดอะแกรม แล้วให้ 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engine รันตามไดอะแกรมนั้น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2120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 — Hardcode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อยู่ใน server.js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 = ตัวแปร + if-else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rule → แก้โค้ด → deploy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มองไม่เห็น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65176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651760"/>
            <a:ext cx="91440" cy="3108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ใหม่ — BPMN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33832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อยู่ใน BPMN XML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 = gateway condition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rule → แก้ XML → redeploy (ไม่แตะโค้ด)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เห็นเป็นไดอะแกรม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องค์ประกอบของระบบ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246888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334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+ Vite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ฟอร์มสมัคร, task inbox, viewer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localhost:5173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377440"/>
            <a:ext cx="2651760" cy="8229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633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Express — proxy + fixed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บาง flow คุย Flowable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localhost:3001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377440"/>
            <a:ext cx="2651760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33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Flowable Engine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BPMN, เก็บ task,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localhost:9000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377440"/>
            <a:ext cx="2286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2377440"/>
            <a:ext cx="2286000" cy="822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633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Mock Credit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ให้ข้อมูลเครดิต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(hash nationalId)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/external/credit-check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32461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32461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61120" y="32461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request วิ่งผ่าน Frontend → Backend → (Flowable) → Credit API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หัวใจ: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ทำตัวเป็น API boundary — Flowable เรียกผ่าน HTTP ไม่รู้ว่า data มาจากไหน (mock / DB / external bureau)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Flows เพื่อเปรียบเทียบ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3593592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Fixed 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Hardcode (ไม่มี engine)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044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ทั้งหมดใน server.js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 credit function ตรง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if-else routing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in-memory 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5257800"/>
            <a:ext cx="313639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5780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≥700 ผ่าน · &lt;400 ปฏิเสธ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19456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194560"/>
            <a:ext cx="359359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Simple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29260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 + 1 approver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5152" y="3337560"/>
            <a:ext cx="3044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engine เรียก HTTP Task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gateway ใน XML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review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เก็บใน H2 DB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99432" y="5257800"/>
            <a:ext cx="313639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525780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≥700 ผ่าน · &lt;450 ปฏิเสธ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219456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2194560"/>
            <a:ext cx="3593592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Advanced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30184" y="29260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→ Director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3337560"/>
            <a:ext cx="3044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 เดียวกัน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เกณฑ์เข้มกว่า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2 ชั้น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เก็บใน H2 DB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30184" y="5257800"/>
            <a:ext cx="313639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525780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≥750 ผ่าน · 2 ชั้น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Fixed Flow — Hardcode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เรียก credit function ตรง แล้วตัดสินใจด้วย if-else ใน 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Submit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ใบสมัคร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852928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24688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E6F4F1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getCreditData()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 function ตรง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852928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24688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2468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if-else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routing (JS)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852928"/>
            <a:ext cx="457200" cy="-292608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2852928"/>
            <a:ext cx="4572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2852928"/>
            <a:ext cx="457200" cy="393192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9659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1965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≥700 Auto-approve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28803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01000" y="2880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400–699 Task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0100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&lt;400 Auto-reject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08813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backend/server.js — fixedFlowSubmit()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credit  = getCreditData(nationalId);        // เรียก logic in-process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303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decision = getCreditDecision(credit.creditScore, 700);  // if-else ฝังในโค้ด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 = แก้โค้ด + restart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Simple — HTTP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Flowable engine เรียก API เอง ผ่าน HTTP Task แล้ว route ด้วย gateway ใน XML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68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852928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246888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EFFD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Credit Check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852928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24688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852928"/>
            <a:ext cx="457200" cy="-338328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2852928"/>
            <a:ext cx="4572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49440" y="2852928"/>
            <a:ext cx="457200" cy="393192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920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≥700 Auto-approve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28803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5236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450–699 Manager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8404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&lt;450 Auto-reject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3264408"/>
            <a:ext cx="36576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92640" y="28803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38360" y="2880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ปฏิเสธ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26280"/>
            <a:ext cx="10881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645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credit-card-simple.bpmn20.xml --&gt;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9651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&lt;serviceTask flowable:type="http"&gt;  requestUrl = host.docker.internal:3001/api/external/credit-check/${nationalId}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gateway:  ${creditScore &gt;= 700}   ${creditScore &gt;= 450 &amp;&amp; &lt; 700}   ${creditScore &lt; 450}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 = แก้ XML + redeploy — ไม่แตะโค้ด backend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Advanced — 2 ชั้นอนุมัติ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 เดียวกัน แต่เกณฑ์เข้มกว่า และโซน manual ต้องผ่าน Manager → Director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514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898648"/>
            <a:ext cx="3200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251460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DF1E3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2514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Credit 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898648"/>
            <a:ext cx="3200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25146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514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≥750?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898648"/>
            <a:ext cx="365760" cy="-384048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898648"/>
            <a:ext cx="365760" cy="393192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20116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≥750 อนุมัติ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88620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&lt;450 ปฏิเสธ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94436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DF1E3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94436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450–749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3328416"/>
            <a:ext cx="3200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2944368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0" y="29443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95560" y="3328416"/>
            <a:ext cx="3200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0" y="2944368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61320" y="294436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108813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ต่างจาก Simple อย่างไร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 auto-approve สูงขึ้น 700 → 750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โซน manual ต้องผ่าน 2 คน (Manager แล้ว Director) — เพิ่ม userTask ใน XML เท่านั้น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Credit check node — API เดียว ใครเรียกต่างกัน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/api/external/credit-check/:nationalId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creditScore, riskLevel, existingCards, monthlyDebt, recommendation }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320040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เรียก credit API ที่ไหน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logic ตัดสินใจอยู่ที่ไหน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เปลี่ยนเกณฑ์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Fixed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backend เรียก function ตรง (in-process)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if-else ใน server.js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แก้โค้ด + restart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BPMN Simple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engine เรียก HTTP จริง (host.docker.internal)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condition ใน XML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 XML + redeploy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BPMN Advanced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engine เรียก HTTP จริง (เหมือน Simple)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+ userTask ใน XML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 XML + redeploy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source เดียวกัน </a:t>
            </a:r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(hash nationalId → score คงที่). ต่างแค่จุดเรียก + จุดตัดสินใจ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คำถามที่พบบ่อย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เรียก DB ตรงได้ไหม?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ได้หลายทาง — แต่ production แนะนำผ่าน API boundary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Task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4048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404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ไม่ตรง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286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 REST → API คุย DB (ใช้อยู่)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60350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Java Service Task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30632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ตรงได้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9443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JavaDelegate รัน JDBC/JPA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Delegate Expression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372160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721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ตรงได้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6027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inject Spring bean / Repository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61104"/>
            <a:ext cx="60350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261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Script Task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437997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43799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ตรงได้ (เลี่ยง)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42611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ฝัง SQL ใน XML = แย่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2286000"/>
            <a:ext cx="45720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2468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ทำไมแนะนำ API boundary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23760" y="301752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coupling — schema เปลี่ยนไม่กระทบ process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reuse ได้ — service อื่นเรียก API เดียวกัน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ไม่ต้องรู้ว่า data มาจาก DB / bureau / cache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 mock → DB จริง โดย BPMN ไม่ต้องแก้เลย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D3A7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BPMN ทำให้ logic แก้ได้โดยไม่แตะโค้ด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212080" cy="1325880"/>
          </a:xfrm>
          <a:prstGeom prst="rect">
            <a:avLst/>
          </a:prstGeom>
          <a:solidFill>
            <a:srgbClr val="2D3A7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6060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9260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 อยู่ใน XML ไม่ปนกับโค้ดระบบ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212080" cy="1325880"/>
          </a:xfrm>
          <a:prstGeom prst="rect">
            <a:avLst/>
          </a:prstGeom>
          <a:solidFill>
            <a:srgbClr val="2D3A7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6060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มองเห็น 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29260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ไดอะแกรมอ่านได้ทั้ง dev และ business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840480"/>
            <a:ext cx="5212080" cy="1325880"/>
          </a:xfrm>
          <a:prstGeom prst="rect">
            <a:avLst/>
          </a:prstGeom>
          <a:solidFill>
            <a:srgbClr val="2D3A7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160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2024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แก้เร็ว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เปลี่ยนเกณฑ์/ลำดับ approver = redeploy XML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212080" cy="1325880"/>
          </a:xfrm>
          <a:prstGeom prst="rect">
            <a:avLst/>
          </a:prstGeom>
          <a:solidFill>
            <a:srgbClr val="2D3A7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0664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boundary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source สลับได้โดย flow ไม่ต้องแก้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 :5173   ·   Backend :3001   ·   Flowable :9000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BPMN Engine — ระบบอนุมัติบัตรเครดิต</dc:title>
  <dc:subject>PptxGenJS Presentation</dc:subject>
  <dc:creator>BPMN POC</dc:creator>
  <cp:lastModifiedBy>BPMN POC</cp:lastModifiedBy>
  <cp:revision>1</cp:revision>
  <dcterms:created xsi:type="dcterms:W3CDTF">2026-06-08T00:52:16Z</dcterms:created>
  <dcterms:modified xsi:type="dcterms:W3CDTF">2026-06-08T00:52:16Z</dcterms:modified>
</cp:coreProperties>
</file>